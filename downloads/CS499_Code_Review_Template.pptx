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CS 499 Milestone One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/>
            </a:pPr>
            <a:r>
              <a:t>Code Review</a:t>
            </a:r>
          </a:p>
          <a:p>
            <a:r>
              <a:t>Weight Tracking 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50292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[PLACE SCREENSHOT HERE]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0" y="914400"/>
            <a:ext cx="566928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Insert screenshot of app here.</a:t>
            </a:r>
          </a:p>
          <a:p>
            <a:pPr>
              <a:defRPr sz="2200"/>
            </a:pPr>
          </a:p>
          <a:p>
            <a:pPr>
              <a:defRPr sz="2200"/>
            </a:pPr>
            <a:r>
              <a:t>• Purpose of the app</a:t>
            </a:r>
          </a:p>
          <a:p>
            <a:pPr>
              <a:defRPr sz="2200"/>
            </a:pPr>
            <a:r>
              <a:t>• Target users</a:t>
            </a:r>
          </a:p>
          <a:p>
            <a:pPr>
              <a:defRPr sz="2200"/>
            </a:pPr>
            <a:r>
              <a:t>• Main features</a:t>
            </a:r>
          </a:p>
          <a:p>
            <a:pPr>
              <a:defRPr sz="2200"/>
            </a:pPr>
            <a:r>
              <a:t>• Why you selected this artifact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50292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[PLACE SCREENSHOT HERE]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0" y="914400"/>
            <a:ext cx="566928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Insert screenshot of Android Studio project tree.</a:t>
            </a:r>
          </a:p>
          <a:p>
            <a:pPr>
              <a:defRPr sz="2200"/>
            </a:pPr>
          </a:p>
          <a:p>
            <a:pPr>
              <a:defRPr sz="2200"/>
            </a:pPr>
            <a:r>
              <a:t>• Activities</a:t>
            </a:r>
          </a:p>
          <a:p>
            <a:pPr>
              <a:defRPr sz="2200"/>
            </a:pPr>
            <a:r>
              <a:t>• DBHelper</a:t>
            </a:r>
          </a:p>
          <a:p>
            <a:pPr>
              <a:defRPr sz="2200"/>
            </a:pPr>
            <a:r>
              <a:t>• Adapter</a:t>
            </a:r>
          </a:p>
          <a:p>
            <a:pPr>
              <a:defRPr sz="2200"/>
            </a:pPr>
            <a:r>
              <a:t>• Model</a:t>
            </a:r>
          </a:p>
          <a:p>
            <a:pPr>
              <a:defRPr sz="2200"/>
            </a:pPr>
            <a:r>
              <a:t>• Layouts</a:t>
            </a:r>
          </a:p>
          <a:p>
            <a:pPr>
              <a:defRPr sz="2200"/>
            </a:pPr>
            <a:r>
              <a:t>• SQLite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DBHelper.java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50292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[PLACE SCREENSHOT HERE]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0" y="914400"/>
            <a:ext cx="566928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Insert code screenshot here.</a:t>
            </a:r>
          </a:p>
          <a:p>
            <a:pPr>
              <a:defRPr sz="2200"/>
            </a:pPr>
          </a:p>
          <a:p>
            <a:pPr>
              <a:defRPr sz="2200"/>
            </a:pPr>
            <a:r>
              <a:t>What is this file?</a:t>
            </a:r>
          </a:p>
          <a:p>
            <a:pPr>
              <a:defRPr sz="2200"/>
            </a:pPr>
            <a:r>
              <a:t>What does it currently do?</a:t>
            </a:r>
          </a:p>
          <a:p>
            <a:pPr>
              <a:defRPr sz="2200"/>
            </a:pPr>
            <a:r>
              <a:t>What could be improved?</a:t>
            </a:r>
          </a:p>
          <a:p>
            <a:pPr>
              <a:defRPr sz="2200"/>
            </a:pPr>
            <a:r>
              <a:t>What do I plan to enhance?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LoginActivity.java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50292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[PLACE SCREENSHOT HERE]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0" y="914400"/>
            <a:ext cx="566928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Insert code screenshot here.</a:t>
            </a:r>
          </a:p>
          <a:p>
            <a:pPr>
              <a:defRPr sz="2200"/>
            </a:pPr>
          </a:p>
          <a:p>
            <a:pPr>
              <a:defRPr sz="2200"/>
            </a:pPr>
            <a:r>
              <a:t>What is this file?</a:t>
            </a:r>
          </a:p>
          <a:p>
            <a:pPr>
              <a:defRPr sz="2200"/>
            </a:pPr>
            <a:r>
              <a:t>What does it currently do?</a:t>
            </a:r>
          </a:p>
          <a:p>
            <a:pPr>
              <a:defRPr sz="2200"/>
            </a:pPr>
            <a:r>
              <a:t>What could be improved?</a:t>
            </a:r>
          </a:p>
          <a:p>
            <a:pPr>
              <a:defRPr sz="2200"/>
            </a:pPr>
            <a:r>
              <a:t>What do I plan to enhance?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MainActivity.java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50292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[PLACE SCREENSHOT HERE]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0" y="914400"/>
            <a:ext cx="566928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Insert code screenshot here.</a:t>
            </a:r>
          </a:p>
          <a:p>
            <a:pPr>
              <a:defRPr sz="2200"/>
            </a:pPr>
          </a:p>
          <a:p>
            <a:pPr>
              <a:defRPr sz="2200"/>
            </a:pPr>
            <a:r>
              <a:t>What is this file?</a:t>
            </a:r>
          </a:p>
          <a:p>
            <a:pPr>
              <a:defRPr sz="2200"/>
            </a:pPr>
            <a:r>
              <a:t>What does it currently do?</a:t>
            </a:r>
          </a:p>
          <a:p>
            <a:pPr>
              <a:defRPr sz="2200"/>
            </a:pPr>
            <a:r>
              <a:t>What could be improved?</a:t>
            </a:r>
          </a:p>
          <a:p>
            <a:pPr>
              <a:defRPr sz="2200"/>
            </a:pPr>
            <a:r>
              <a:t>What do I plan to enhance?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HistoryActivity.java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50292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[PLACE SCREENSHOT HERE]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0" y="914400"/>
            <a:ext cx="566928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Insert code screenshot here.</a:t>
            </a:r>
          </a:p>
          <a:p>
            <a:pPr>
              <a:defRPr sz="2200"/>
            </a:pPr>
          </a:p>
          <a:p>
            <a:pPr>
              <a:defRPr sz="2200"/>
            </a:pPr>
            <a:r>
              <a:t>What is this file?</a:t>
            </a:r>
          </a:p>
          <a:p>
            <a:pPr>
              <a:defRPr sz="2200"/>
            </a:pPr>
            <a:r>
              <a:t>What does it currently do?</a:t>
            </a:r>
          </a:p>
          <a:p>
            <a:pPr>
              <a:defRPr sz="2200"/>
            </a:pPr>
            <a:r>
              <a:t>What could be improved?</a:t>
            </a:r>
          </a:p>
          <a:p>
            <a:pPr>
              <a:defRPr sz="2200"/>
            </a:pPr>
            <a:r>
              <a:t>What do I plan to enhance?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HistoryAdapter.java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50292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[PLACE SCREENSHOT HERE]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0" y="914400"/>
            <a:ext cx="566928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Insert code screenshot here.</a:t>
            </a:r>
          </a:p>
          <a:p>
            <a:pPr>
              <a:defRPr sz="2200"/>
            </a:pPr>
          </a:p>
          <a:p>
            <a:pPr>
              <a:defRPr sz="2200"/>
            </a:pPr>
            <a:r>
              <a:t>What is this file?</a:t>
            </a:r>
          </a:p>
          <a:p>
            <a:pPr>
              <a:defRPr sz="2200"/>
            </a:pPr>
            <a:r>
              <a:t>What does it currently do?</a:t>
            </a:r>
          </a:p>
          <a:p>
            <a:pPr>
              <a:defRPr sz="2200"/>
            </a:pPr>
            <a:r>
              <a:t>What could be improved?</a:t>
            </a:r>
          </a:p>
          <a:p>
            <a:pPr>
              <a:defRPr sz="2200"/>
            </a:pPr>
            <a:r>
              <a:t>What do I plan to enhance?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WeightEntry.java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50292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[PLACE SCREENSHOT HERE]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0" y="914400"/>
            <a:ext cx="566928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Insert code screenshot here.</a:t>
            </a:r>
          </a:p>
          <a:p>
            <a:pPr>
              <a:defRPr sz="2200"/>
            </a:pPr>
          </a:p>
          <a:p>
            <a:pPr>
              <a:defRPr sz="2200"/>
            </a:pPr>
            <a:r>
              <a:t>What is this file?</a:t>
            </a:r>
          </a:p>
          <a:p>
            <a:pPr>
              <a:defRPr sz="2200"/>
            </a:pPr>
            <a:r>
              <a:t>What does it currently do?</a:t>
            </a:r>
          </a:p>
          <a:p>
            <a:pPr>
              <a:defRPr sz="2200"/>
            </a:pPr>
            <a:r>
              <a:t>What could be improved?</a:t>
            </a:r>
          </a:p>
          <a:p>
            <a:pPr>
              <a:defRPr sz="2200"/>
            </a:pPr>
            <a:r>
              <a:t>What do I plan to enhance?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SmsActivity.java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50292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[PLACE SCREENSHOT HERE]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0" y="914400"/>
            <a:ext cx="566928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Insert code screenshot here.</a:t>
            </a:r>
          </a:p>
          <a:p>
            <a:pPr>
              <a:defRPr sz="2200"/>
            </a:pPr>
          </a:p>
          <a:p>
            <a:pPr>
              <a:defRPr sz="2200"/>
            </a:pPr>
            <a:r>
              <a:t>What is this file?</a:t>
            </a:r>
          </a:p>
          <a:p>
            <a:pPr>
              <a:defRPr sz="2200"/>
            </a:pPr>
            <a:r>
              <a:t>What does it currently do?</a:t>
            </a:r>
          </a:p>
          <a:p>
            <a:pPr>
              <a:defRPr sz="2200"/>
            </a:pPr>
            <a:r>
              <a:t>What could be improved?</a:t>
            </a:r>
          </a:p>
          <a:p>
            <a:pPr>
              <a:defRPr sz="2200"/>
            </a:pPr>
            <a:r>
              <a:t>What do I plan to enhance?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activity_login.xml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50292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[PLACE SCREENSHOT HERE]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0" y="914400"/>
            <a:ext cx="566928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Insert XML screenshot here.</a:t>
            </a:r>
          </a:p>
          <a:p>
            <a:pPr>
              <a:defRPr sz="2200"/>
            </a:pPr>
          </a:p>
          <a:p>
            <a:pPr>
              <a:defRPr sz="2200"/>
            </a:pPr>
            <a:r>
              <a:t>What is this file?</a:t>
            </a:r>
          </a:p>
          <a:p>
            <a:pPr>
              <a:defRPr sz="2200"/>
            </a:pPr>
            <a:r>
              <a:t>What does it currently do?</a:t>
            </a:r>
          </a:p>
          <a:p>
            <a:pPr>
              <a:defRPr sz="2200"/>
            </a:pPr>
            <a:r>
              <a:t>What could be improved?</a:t>
            </a:r>
          </a:p>
          <a:p>
            <a:pPr>
              <a:defRPr sz="2200"/>
            </a:pPr>
            <a:r>
              <a:t>What do I plan to enhance?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activity_main.xml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50292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[PLACE SCREENSHOT HERE]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0" y="914400"/>
            <a:ext cx="566928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Insert XML screenshot here.</a:t>
            </a:r>
          </a:p>
          <a:p>
            <a:pPr>
              <a:defRPr sz="2200"/>
            </a:pPr>
          </a:p>
          <a:p>
            <a:pPr>
              <a:defRPr sz="2200"/>
            </a:pPr>
            <a:r>
              <a:t>What is this file?</a:t>
            </a:r>
          </a:p>
          <a:p>
            <a:pPr>
              <a:defRPr sz="2200"/>
            </a:pPr>
            <a:r>
              <a:t>What does it currently do?</a:t>
            </a:r>
          </a:p>
          <a:p>
            <a:pPr>
              <a:defRPr sz="2200"/>
            </a:pPr>
            <a:r>
              <a:t>What could be improved?</a:t>
            </a:r>
          </a:p>
          <a:p>
            <a:pPr>
              <a:defRPr sz="2200"/>
            </a:pPr>
            <a:r>
              <a:t>What do I plan to enhance?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activity_history.xml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50292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[PLACE SCREENSHOT HERE]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0" y="914400"/>
            <a:ext cx="566928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Insert XML screenshot here.</a:t>
            </a:r>
          </a:p>
          <a:p>
            <a:pPr>
              <a:defRPr sz="2200"/>
            </a:pPr>
          </a:p>
          <a:p>
            <a:pPr>
              <a:defRPr sz="2200"/>
            </a:pPr>
            <a:r>
              <a:t>What is this file?</a:t>
            </a:r>
          </a:p>
          <a:p>
            <a:pPr>
              <a:defRPr sz="2200"/>
            </a:pPr>
            <a:r>
              <a:t>What does it currently do?</a:t>
            </a:r>
          </a:p>
          <a:p>
            <a:pPr>
              <a:defRPr sz="2200"/>
            </a:pPr>
            <a:r>
              <a:t>What could be improved?</a:t>
            </a:r>
          </a:p>
          <a:p>
            <a:pPr>
              <a:defRPr sz="2200"/>
            </a:pPr>
            <a:r>
              <a:t>What do I plan to enhance?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item_history_row.xml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50292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[PLACE SCREENSHOT HERE]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0" y="914400"/>
            <a:ext cx="566928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Insert XML screenshot here.</a:t>
            </a:r>
          </a:p>
          <a:p>
            <a:pPr>
              <a:defRPr sz="2200"/>
            </a:pPr>
          </a:p>
          <a:p>
            <a:pPr>
              <a:defRPr sz="2200"/>
            </a:pPr>
            <a:r>
              <a:t>What is this file?</a:t>
            </a:r>
          </a:p>
          <a:p>
            <a:pPr>
              <a:defRPr sz="2200"/>
            </a:pPr>
            <a:r>
              <a:t>What does it currently do?</a:t>
            </a:r>
          </a:p>
          <a:p>
            <a:pPr>
              <a:defRPr sz="2200"/>
            </a:pPr>
            <a:r>
              <a:t>What could be improved?</a:t>
            </a:r>
          </a:p>
          <a:p>
            <a:pPr>
              <a:defRPr sz="2200"/>
            </a:pPr>
            <a:r>
              <a:t>What do I plan to enhance?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Planned Enhancements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50292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[PLACE SCREENSHOT HERE]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0" y="914400"/>
            <a:ext cx="566928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Software Engineering</a:t>
            </a:r>
          </a:p>
          <a:p>
            <a:pPr>
              <a:defRPr sz="2200"/>
            </a:pPr>
            <a:r>
              <a:t>• Themes</a:t>
            </a:r>
          </a:p>
          <a:p>
            <a:pPr>
              <a:defRPr sz="2200"/>
            </a:pPr>
            <a:r>
              <a:t>• Better UI</a:t>
            </a:r>
          </a:p>
          <a:p>
            <a:pPr>
              <a:defRPr sz="2200"/>
            </a:pPr>
            <a:r>
              <a:t>• Navigation</a:t>
            </a:r>
          </a:p>
          <a:p>
            <a:pPr>
              <a:defRPr sz="2200"/>
            </a:pPr>
            <a:r>
              <a:t>• User preferences</a:t>
            </a:r>
          </a:p>
          <a:p>
            <a:pPr>
              <a:defRPr sz="2200"/>
            </a:pPr>
          </a:p>
          <a:p>
            <a:pPr>
              <a:defRPr sz="2200"/>
            </a:pPr>
            <a:r>
              <a:t>Algorithms</a:t>
            </a:r>
          </a:p>
          <a:p>
            <a:pPr>
              <a:defRPr sz="2200"/>
            </a:pPr>
            <a:r>
              <a:t>• Trends</a:t>
            </a:r>
          </a:p>
          <a:p>
            <a:pPr>
              <a:defRPr sz="2200"/>
            </a:pPr>
            <a:r>
              <a:t>• Progress analysis</a:t>
            </a:r>
          </a:p>
          <a:p>
            <a:pPr>
              <a:defRPr sz="2200"/>
            </a:pPr>
          </a:p>
          <a:p>
            <a:pPr>
              <a:defRPr sz="2200"/>
            </a:pPr>
            <a:r>
              <a:t>Databases</a:t>
            </a:r>
          </a:p>
          <a:p>
            <a:pPr>
              <a:defRPr sz="2200"/>
            </a:pPr>
            <a:r>
              <a:t>• Better schema</a:t>
            </a:r>
          </a:p>
          <a:p>
            <a:pPr>
              <a:defRPr sz="2200"/>
            </a:pPr>
            <a:r>
              <a:t>• Secure passwords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Course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50292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[PLACE SCREENSHOT HERE]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0" y="914400"/>
            <a:ext cx="566928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• Software Engineering</a:t>
            </a:r>
          </a:p>
          <a:p>
            <a:pPr>
              <a:defRPr sz="2200"/>
            </a:pPr>
            <a:r>
              <a:t>• Algorithms &amp; Data Structures</a:t>
            </a:r>
          </a:p>
          <a:p>
            <a:pPr>
              <a:defRPr sz="2200"/>
            </a:pPr>
            <a:r>
              <a:t>• Databases</a:t>
            </a:r>
          </a:p>
          <a:p>
            <a:pPr>
              <a:defRPr sz="2200"/>
            </a:pPr>
            <a:r>
              <a:t>• Security</a:t>
            </a:r>
          </a:p>
          <a:p>
            <a:pPr>
              <a:defRPr sz="2200"/>
            </a:pPr>
            <a:r>
              <a:t>• Professional Communication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50292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[PLACE SCREENSHOT HERE]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0" y="914400"/>
            <a:ext cx="566928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• Reviewed current application</a:t>
            </a:r>
          </a:p>
          <a:p>
            <a:pPr>
              <a:defRPr sz="2200"/>
            </a:pPr>
            <a:r>
              <a:t>• Identified strengths and weaknesses</a:t>
            </a:r>
          </a:p>
          <a:p>
            <a:pPr>
              <a:defRPr sz="2200"/>
            </a:pPr>
            <a:r>
              <a:t>• Planned enhancements</a:t>
            </a:r>
          </a:p>
          <a:p>
            <a:pPr>
              <a:defRPr sz="2200"/>
            </a:pPr>
          </a:p>
          <a:p>
            <a:pPr>
              <a:defRPr sz="2200"/>
            </a:pPr>
            <a: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